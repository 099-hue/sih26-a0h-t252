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2385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Portal for Academia - Industry collaboration for Skill Mapping, Internships and Placement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46608"/>
            <a:ext cx="5924550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26044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Title-Portal for Academia - Industry collaboration for Skill Mapping, Internships and Placement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SIH26-A0H-T252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LORD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FA210-EA3B-438E-AFFB-D9DDD41B2A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10825041" y="49101"/>
            <a:ext cx="1213160" cy="1297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508273" y="265054"/>
            <a:ext cx="2428308" cy="776667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Skill Sync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1631" y="24972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LORD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C5EAB2-A13B-DF04-D742-77592E1175CB}"/>
              </a:ext>
            </a:extLst>
          </p:cNvPr>
          <p:cNvSpPr/>
          <p:nvPr/>
        </p:nvSpPr>
        <p:spPr>
          <a:xfrm>
            <a:off x="5465893" y="1179965"/>
            <a:ext cx="6543414" cy="481747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/>
              <a:t>			Our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Define Skill Needs</a:t>
            </a:r>
            <a:r>
              <a:rPr lang="en-US" sz="2000" dirty="0"/>
              <a:t>: Set role-specific skills and proficiency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Verify Candidates</a:t>
            </a:r>
            <a:r>
              <a:rPr lang="en-US" sz="2000" dirty="0"/>
              <a:t>: Access evidence-backed student skill profiles.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Smart Talent Matching</a:t>
            </a:r>
            <a:r>
              <a:rPr lang="en-US" sz="2000" dirty="0"/>
              <a:t>: Identify candidates based on actual skill alignment.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Share Industry Feedback</a:t>
            </a:r>
            <a:r>
              <a:rPr lang="en-US" sz="2000" dirty="0"/>
              <a:t>: Communicate skill gaps back to academia.</a:t>
            </a:r>
          </a:p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89314C-8F24-09F9-A2B2-6E55BA2DE18E}"/>
              </a:ext>
            </a:extLst>
          </p:cNvPr>
          <p:cNvSpPr/>
          <p:nvPr/>
        </p:nvSpPr>
        <p:spPr>
          <a:xfrm>
            <a:off x="182693" y="1588127"/>
            <a:ext cx="4991449" cy="43706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3"/>
            <a:r>
              <a:rPr lang="en-US" sz="2400" b="1" dirty="0"/>
              <a:t>Problem at hand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Students don’t know what the requirements of the industry 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Industry needs students with specific combination of skills and they need job ready candidates not just academically qualified candidates.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Academia often lacks the curriculum and the skill-demand data of what the companies require and also the pattern keeps changing</a:t>
            </a:r>
            <a:r>
              <a:rPr lang="en-IN" dirty="0"/>
              <a:t>.</a:t>
            </a:r>
          </a:p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20FCE-CD32-1566-DE67-47D77F92BE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10825041" y="49101"/>
            <a:ext cx="1213160" cy="1297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8932" y="1365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880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LORD</a:t>
            </a:r>
            <a:endParaRPr lang="en-IN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2E5FE2-31E5-C0F3-8B4F-3714A442FF5D}"/>
              </a:ext>
            </a:extLst>
          </p:cNvPr>
          <p:cNvSpPr/>
          <p:nvPr/>
        </p:nvSpPr>
        <p:spPr>
          <a:xfrm>
            <a:off x="671119" y="1337345"/>
            <a:ext cx="2709644" cy="18602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DATA COLLECTION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Student Data           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Skills + Projects + Score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Industry Requirements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Internship Opportunities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F23E2E-9A83-91DD-2031-2B3F62FB6D87}"/>
              </a:ext>
            </a:extLst>
          </p:cNvPr>
          <p:cNvSpPr/>
          <p:nvPr/>
        </p:nvSpPr>
        <p:spPr>
          <a:xfrm>
            <a:off x="4581088" y="1358947"/>
            <a:ext cx="2709644" cy="1860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SKILL VERIFICATION </a:t>
            </a:r>
            <a:r>
              <a:rPr lang="en-IN" dirty="0"/>
              <a:t>                            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Assessments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Projects    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Certificates  Verification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5C2921-6D1F-AE94-5872-9664B1A91651}"/>
              </a:ext>
            </a:extLst>
          </p:cNvPr>
          <p:cNvSpPr/>
          <p:nvPr/>
        </p:nvSpPr>
        <p:spPr>
          <a:xfrm>
            <a:off x="8701607" y="1348145"/>
            <a:ext cx="2562371" cy="18818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SKILL MAPPING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Map Skills + Proficiency   </a:t>
            </a:r>
          </a:p>
          <a:p>
            <a:pPr algn="ctr"/>
            <a:r>
              <a:rPr lang="en-US" dirty="0"/>
              <a:t>Against Industry Role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E3CEE4-8603-C4E5-DCBF-639FA8B849F3}"/>
              </a:ext>
            </a:extLst>
          </p:cNvPr>
          <p:cNvSpPr/>
          <p:nvPr/>
        </p:nvSpPr>
        <p:spPr>
          <a:xfrm>
            <a:off x="8701607" y="3844719"/>
            <a:ext cx="2537775" cy="17064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SKILL-GAP ANALYSIS            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Identify Missing Skills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Weighted Match Score 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E1F340-0AAF-DF92-1A6F-49051D58AFF0}"/>
              </a:ext>
            </a:extLst>
          </p:cNvPr>
          <p:cNvSpPr/>
          <p:nvPr/>
        </p:nvSpPr>
        <p:spPr>
          <a:xfrm>
            <a:off x="4618733" y="3833771"/>
            <a:ext cx="2537775" cy="17064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 RECOMMENDATION ENGINE                          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Learning Pathways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Internship / Job Matching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B341C6-1CDA-9702-D7D2-976A7EB47B36}"/>
              </a:ext>
            </a:extLst>
          </p:cNvPr>
          <p:cNvCxnSpPr/>
          <p:nvPr/>
        </p:nvCxnSpPr>
        <p:spPr>
          <a:xfrm>
            <a:off x="3380763" y="2197916"/>
            <a:ext cx="1267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FF0DEB-36C6-1B19-455D-FA6422935006}"/>
              </a:ext>
            </a:extLst>
          </p:cNvPr>
          <p:cNvCxnSpPr>
            <a:cxnSpLocks/>
          </p:cNvCxnSpPr>
          <p:nvPr/>
        </p:nvCxnSpPr>
        <p:spPr>
          <a:xfrm>
            <a:off x="7290732" y="2197916"/>
            <a:ext cx="14468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94B705-846D-86C6-6BBC-627D55F3F1D7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flipH="1">
            <a:off x="9970495" y="3230002"/>
            <a:ext cx="12298" cy="61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CBD190-064F-97EF-58A6-D4330CF70FCF}"/>
              </a:ext>
            </a:extLst>
          </p:cNvPr>
          <p:cNvCxnSpPr>
            <a:cxnSpLocks/>
            <a:stCxn id="12" idx="1"/>
            <a:endCxn id="14" idx="3"/>
          </p:cNvCxnSpPr>
          <p:nvPr/>
        </p:nvCxnSpPr>
        <p:spPr>
          <a:xfrm flipH="1" flipV="1">
            <a:off x="7156508" y="4687000"/>
            <a:ext cx="1545099" cy="10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01B78C4-E462-CACA-D612-E41BA07680D6}"/>
              </a:ext>
            </a:extLst>
          </p:cNvPr>
          <p:cNvSpPr/>
          <p:nvPr/>
        </p:nvSpPr>
        <p:spPr>
          <a:xfrm>
            <a:off x="842988" y="3844719"/>
            <a:ext cx="2537775" cy="17064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 ANALYTICS &amp; FEEDBACK 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Student Insights 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Academic Skill-Gap Reports</a:t>
            </a:r>
          </a:p>
          <a:p>
            <a:pPr algn="ctr"/>
            <a:r>
              <a:rPr lang="en-US" dirty="0"/>
              <a:t>Industry Feedback </a:t>
            </a:r>
            <a:endParaRPr lang="en-IN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84A605-7F69-53C7-3F04-A6BFE6470467}"/>
              </a:ext>
            </a:extLst>
          </p:cNvPr>
          <p:cNvCxnSpPr>
            <a:cxnSpLocks/>
            <a:stCxn id="14" idx="1"/>
            <a:endCxn id="41" idx="3"/>
          </p:cNvCxnSpPr>
          <p:nvPr/>
        </p:nvCxnSpPr>
        <p:spPr>
          <a:xfrm flipH="1">
            <a:off x="3380763" y="4687000"/>
            <a:ext cx="1237970" cy="10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A7F0230-ACBD-D373-C526-767ACA870D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10956021" y="49101"/>
            <a:ext cx="1082179" cy="11574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05274" y="33033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LORD</a:t>
            </a:r>
            <a:endParaRPr lang="en-IN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B6348C-0155-52E6-08A4-83CA387F8DB7}"/>
              </a:ext>
            </a:extLst>
          </p:cNvPr>
          <p:cNvSpPr/>
          <p:nvPr/>
        </p:nvSpPr>
        <p:spPr>
          <a:xfrm>
            <a:off x="260059" y="1313764"/>
            <a:ext cx="5707311" cy="48382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			</a:t>
            </a:r>
          </a:p>
          <a:p>
            <a:pPr lvl="0" algn="just"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			</a:t>
            </a:r>
          </a:p>
          <a:p>
            <a:pPr lvl="0" algn="just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			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</a:p>
          <a:p>
            <a:pPr lvl="0" algn="just"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 Integration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Supports integration with existing academic and industry systems through APIs.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Existing Technologies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Can be built using Python/Flask, JavaScript, and SQL.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Security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Role-based access can protect student, faculty, and industry data.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Operational feasibility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Simple dashboards enable easy interaction between students, academia, and industry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1B705-9DB2-0889-60B3-F585F471385E}"/>
              </a:ext>
            </a:extLst>
          </p:cNvPr>
          <p:cNvSpPr txBox="1"/>
          <p:nvPr/>
        </p:nvSpPr>
        <p:spPr>
          <a:xfrm>
            <a:off x="6660858" y="1736520"/>
            <a:ext cx="4921542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		</a:t>
            </a:r>
            <a:r>
              <a:rPr lang="en-IN" sz="2500" dirty="0"/>
              <a:t>Viability</a:t>
            </a:r>
            <a:r>
              <a:rPr lang="en-IN" dirty="0"/>
              <a:t>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Strong Market Need: Addresses the growing gap between academic skills and industry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Continuous Relevance: Industry feedback and updated skill requirements keep the platform aligned with evolving workforce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Creates sustained value by aligning student skills with evolving industry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C3259F-53CB-B01D-766D-815B1F6E254D}"/>
              </a:ext>
            </a:extLst>
          </p:cNvPr>
          <p:cNvSpPr/>
          <p:nvPr/>
        </p:nvSpPr>
        <p:spPr>
          <a:xfrm>
            <a:off x="6308521" y="1299761"/>
            <a:ext cx="5478011" cy="48382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Viability</a:t>
            </a:r>
            <a:r>
              <a:rPr lang="en-IN" b="1" dirty="0"/>
              <a:t>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Strong Market Need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Addresses the growing gap between academic skills and industry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Continuous Relevance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Industry feedback and updated skill requirements keep the platform aligned with evolving workforce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Can expand from a college-level system to multiple institutions and companies.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CB5B3D-DF42-E044-656B-752D1019AE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11065079" y="49102"/>
            <a:ext cx="973122" cy="104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LORD</a:t>
            </a:r>
            <a:endParaRPr lang="en-IN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51B66E-1B43-BBCB-E251-963A68B212DE}"/>
              </a:ext>
            </a:extLst>
          </p:cNvPr>
          <p:cNvSpPr/>
          <p:nvPr/>
        </p:nvSpPr>
        <p:spPr>
          <a:xfrm>
            <a:off x="609600" y="1284687"/>
            <a:ext cx="4941115" cy="513406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		 </a:t>
            </a:r>
            <a:r>
              <a:rPr lang="en-US" sz="25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Impacts</a:t>
            </a:r>
          </a:p>
          <a:p>
            <a:pPr lvl="0" algn="just"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Empowers Students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Provides clear visibility into skill gaps and personalized development pathways.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Long-Term Impact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Promotes continuous upskilling and development of an industry-ready talent pool.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Career Readiness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Help students prepare for relevant internships and placements.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AD79EE-0580-04D8-7E35-94D925261C3D}"/>
              </a:ext>
            </a:extLst>
          </p:cNvPr>
          <p:cNvSpPr/>
          <p:nvPr/>
        </p:nvSpPr>
        <p:spPr>
          <a:xfrm>
            <a:off x="6436115" y="1284687"/>
            <a:ext cx="5047376" cy="511918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/>
              <a:t>			 </a:t>
            </a:r>
            <a:r>
              <a:rPr lang="en-IN" sz="2400" b="1" dirty="0"/>
              <a:t> </a:t>
            </a:r>
            <a:r>
              <a:rPr lang="en-IN" sz="2500" b="1" dirty="0"/>
              <a:t>Benefits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Improves Employability</a:t>
            </a:r>
            <a:r>
              <a:rPr lang="en-IN" sz="2000" dirty="0"/>
              <a:t>: Helps students align their demonstrated skills with relevant internship and placement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Strengthens Academia</a:t>
            </a:r>
            <a:r>
              <a:rPr lang="en-IN" sz="2000" dirty="0"/>
              <a:t>: Enables institutions to identify emerging skill gaps and design targeted training programs.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. </a:t>
            </a:r>
            <a:r>
              <a:rPr lang="en-IN" sz="2000" b="1" dirty="0"/>
              <a:t>Evidence-Based Skill Mapping</a:t>
            </a:r>
            <a:r>
              <a:rPr lang="en-IN" sz="2000" dirty="0"/>
              <a:t>: Moves beyond self-declared skills by incorporating assessments, projects, certifications, and verification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4FA91-610F-B3C7-2DDB-EDD346F107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10964411" y="49101"/>
            <a:ext cx="1073790" cy="11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31053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LORD</a:t>
            </a:r>
            <a:endParaRPr lang="en-IN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C7ECCD-0BCB-EB4C-F7CB-5A55D9B2BB7B}"/>
              </a:ext>
            </a:extLst>
          </p:cNvPr>
          <p:cNvSpPr/>
          <p:nvPr/>
        </p:nvSpPr>
        <p:spPr>
          <a:xfrm>
            <a:off x="235843" y="1256122"/>
            <a:ext cx="5066549" cy="525107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		    </a:t>
            </a:r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63% of employers identify skill gaps as a major barrier to business transformation, highlighting the need for stronger skill alignment between education and industry.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World Economic Forum, Future of Jobs Report 202580% of higher-education students surveyed in recent Indian skilling research identified lack of practical experience and industry exposure as a major challenge.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NITI Aayog, Reimagining Skilling for Viksit Bharat@2047, 2026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C85B63-B178-0094-70B8-B1CE4956209D}"/>
              </a:ext>
            </a:extLst>
          </p:cNvPr>
          <p:cNvSpPr/>
          <p:nvPr/>
        </p:nvSpPr>
        <p:spPr>
          <a:xfrm>
            <a:off x="5956585" y="1280854"/>
            <a:ext cx="5140744" cy="281164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			</a:t>
            </a:r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1.World Economic Forum - The Future of Jobs Report 2025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2. NITI Aayog - Reimagining Skilling for Viksit Bharat 2047, 2026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3. NITI Aayog - Revitalizing India’s Apprenticeship Ecosystem, 2026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4. NITI Aayog - Transforming Industrial Training Institutes, 2023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FD4470-481E-E76E-568B-33E765906029}"/>
              </a:ext>
            </a:extLst>
          </p:cNvPr>
          <p:cNvSpPr/>
          <p:nvPr/>
        </p:nvSpPr>
        <p:spPr>
          <a:xfrm>
            <a:off x="5956585" y="4397768"/>
            <a:ext cx="5140744" cy="236344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Links</a:t>
            </a:r>
          </a:p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1.https://www.weforum.org/publications/the-future-of-jobs-report-2025/in-full/</a:t>
            </a:r>
          </a:p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2.https://www.niti.gov.in/node/</a:t>
            </a:r>
          </a:p>
          <a:p>
            <a:pPr algn="ctr"/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8121B7-4678-1ACC-91F0-6CB3CB9845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10939243" y="49102"/>
            <a:ext cx="1098957" cy="11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7880</TotalTime>
  <Words>698</Words>
  <Application>Microsoft Office PowerPoint</Application>
  <PresentationFormat>Widescreen</PresentationFormat>
  <Paragraphs>111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Skill Sync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Ashwath Sasikannan</cp:lastModifiedBy>
  <cp:revision>160</cp:revision>
  <dcterms:created xsi:type="dcterms:W3CDTF">2013-12-12T18:46:50Z</dcterms:created>
  <dcterms:modified xsi:type="dcterms:W3CDTF">2026-08-30T18:16:22Z</dcterms:modified>
  <cp:category/>
</cp:coreProperties>
</file>